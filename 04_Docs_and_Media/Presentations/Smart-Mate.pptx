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5" r:id="rId3"/>
    <p:sldId id="276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9" d="100"/>
          <a:sy n="89" d="100"/>
        </p:scale>
        <p:origin x="466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2/25/2026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2/25/2026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Smart-Mate: An AI-Powered Cloud Interactive Assistant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by: 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from home in this Tech era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4000" y="1828800"/>
            <a:ext cx="5868144" cy="4267200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Passive Tech: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Smart speakers just sit there. They only help if you ask them to.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The Posture Crisis: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We stare at our screens for 8 hours with no physical cues to take a break.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Blurred Boundaries: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Working from home means we never truly "leave" the office.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Privacy </a:t>
            </a:r>
            <a:r>
              <a:rPr lang="en-US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Blindspots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Our personal spaces are now our workspaces, exposing us to new security risks.</a:t>
            </a:r>
          </a:p>
          <a:p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723CF7-B9A1-984C-7E9E-12E1F531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00" y="1700808"/>
            <a:ext cx="3573016" cy="35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1A835-E7D2-E958-583D-089F618DF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A7A13F6-2D04-A5E5-691C-903A1CFA4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601216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Not just software: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A physical, desk-sized companion that uses 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Cyber-Physical Systems (CPSI)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to interact with you naturally.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It sees and learns: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Uses 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Edge AI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to understand your environment without relying on clunky buttons.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It remembers securely: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Uses 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Cloud computing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to log your habits, protected by </a:t>
            </a: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Zero-Trust Cybersecurity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protocols.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  <a:latin typeface="Google Sans Flex"/>
            </a:endParaRPr>
          </a:p>
          <a:p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050649-B2D1-AB82-8142-78E735000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59368"/>
            <a:ext cx="454547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 bot that actually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reacts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to you.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D14CDE-26D0-89A6-DEE0-A59DBACD4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60" y="1268760"/>
            <a:ext cx="4176464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1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C950-61E9-75E7-36AC-68F75546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C29205-B8F0-ACDA-1F39-933B2C27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Proactive. Private. Protective.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C93D09F-2C0C-A115-9301-735FC6059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6372200" cy="42672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The Posture Pet (AI + Actuation):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If the camera sees you slouching, the robot physically droops its head and whimpers until you sit up.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The Focus Shield (AI + IoT):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Picks up your phone during deep work? The robot shakes its head and logs the distraction to your Cloud dashboard.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The Context Switcher (HCD):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At 6:00 PM, it physically turns its back to you and goes to sleep—giving your brain a hard boundary to stop working.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Zero-Trust Sentry (Cyber + Cloud):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Steps away from your desk? It watches for intruders, encrypts the photos, and fires them to your secure AWS/Firebase vault.</a:t>
            </a:r>
          </a:p>
          <a:p>
            <a:pPr>
              <a:buNone/>
            </a:pPr>
            <a:b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</a:b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94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4455-E99C-46C7-52A1-B3164CBCC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C68DDE8-DA1C-2633-453A-E7883481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make it smart, small, and secure.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52DD274-FF2A-D66F-9097-B00A64071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5868144" cy="42672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The Eyes (Local AI):</a:t>
            </a:r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OpenCV &amp; Python process video locally for zero latency and high privacy.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The Body (IoT &amp; Hardware):</a:t>
            </a:r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Micro-computing (Raspberry Pi/</a:t>
            </a:r>
            <a:r>
              <a:rPr lang="en-IN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NodeMCU</a:t>
            </a:r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) drives physical servo reactions.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The Vault (Cloud Backend):</a:t>
            </a:r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Heavy lifting, historic logging, and dashboard hosting are offloaded to Firebase/AWS.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The Shield (Cybersecurity):</a:t>
            </a:r>
            <a:r>
              <a:rPr lang="en-IN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Data in transit is secured via encrypted MQTT/HTTPS protocols.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AAD9E2-01AB-6719-7F0F-74B4EAA40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890" y="1828799"/>
            <a:ext cx="3759349" cy="37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3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378F-5771-A775-48A7-4D28BE20F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973CD1E-A565-C497-472F-335FAA2F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 build this in 12 weeks.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E6B8D84-5E84-38EE-461B-39587DAAC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Phase 1: Teach it to see (Software Brain):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Build the local AI vision models for posture and object detection.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Phase 2: Give it a memory (Cloud Backend):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Set up secure databases and the web dashboard.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Phase 3: Give it a body (Hardware):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Migrate code to the micro-computer and wire up the servos/sensors.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Phase 4: Bring it to life (Integration):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  <a:latin typeface="Google Sans Flex"/>
              </a:rPr>
              <a:t> Tie the physical reactions to the AI triggers and stress-test the network security.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391846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25</TotalTime>
  <Words>473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Candara</vt:lpstr>
      <vt:lpstr>Consolas</vt:lpstr>
      <vt:lpstr>Google Sans Flex</vt:lpstr>
      <vt:lpstr>Tech Computer 16x9</vt:lpstr>
      <vt:lpstr>Smart-Mate: An AI-Powered Cloud Interactive Assistant</vt:lpstr>
      <vt:lpstr>Work from home in this Tech era</vt:lpstr>
      <vt:lpstr>A bot that actually reacts to you. </vt:lpstr>
      <vt:lpstr>Proactive. Private. Protective.</vt:lpstr>
      <vt:lpstr>How we make it smart, small, and secure.</vt:lpstr>
      <vt:lpstr>How I build this in 12 weeks.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Patel</dc:creator>
  <cp:lastModifiedBy>Om Patel</cp:lastModifiedBy>
  <cp:revision>1</cp:revision>
  <dcterms:created xsi:type="dcterms:W3CDTF">2026-02-25T04:47:22Z</dcterms:created>
  <dcterms:modified xsi:type="dcterms:W3CDTF">2026-02-25T05:13:13Z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